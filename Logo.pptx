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C5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965" y="-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8F80C-63F6-4601-093E-E525F5E0E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56D48-A48F-A354-8E08-78C17B4FC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05E5B-8344-CF17-0DA9-889B0F4A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97A8-D161-4EA1-97B9-9C1935F18305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58DC4-645D-D921-647D-6C7245B6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2F4FF-2A43-7B44-8AED-ED3A47A5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03FD-D371-4CC1-BCB6-A1F06FA3AE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4034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DE97-802F-CECE-1E43-7C0CF391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CAC07-68EE-CA5E-9911-A0FC2A23C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A0063-3264-1DED-7015-0C036AD5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97A8-D161-4EA1-97B9-9C1935F18305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BF0F1-A99D-EC7A-463B-1406B3FB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A8BB3-EF49-7B9B-9736-1FAC05A6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03FD-D371-4CC1-BCB6-A1F06FA3AE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6584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28EA1-A755-3943-49A3-AE991496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09381-3F1B-1965-E5DB-5BC4FDE73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0E8EE-90A6-1FC1-2B3E-9C7748E1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97A8-D161-4EA1-97B9-9C1935F18305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3E6CF-EF76-516B-9FC0-D53E50D8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628AC-278D-4660-E885-A9653B03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03FD-D371-4CC1-BCB6-A1F06FA3AE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30489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21BA-09CB-5FA8-715B-859A2D6A4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3FB36-0B29-9703-2B53-5D3D99936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0DCE9-EE3D-8193-605A-BCE901B71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D3F23-F6F7-B3DB-56EE-AA410B97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97A8-D161-4EA1-97B9-9C1935F18305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108B4-1F14-5996-4F7F-98ED82710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99C22-0A6B-635F-C8D7-1CE33A2FA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03FD-D371-4CC1-BCB6-A1F06FA3AE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06286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6BCBB-52F8-7099-5937-EEA8FBB8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C1A82-36D5-32D8-696C-FAD1F1459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7E568-F9C1-99AB-C674-70C68F729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9E614-0E5A-613F-0DC0-D4C8B9217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FFF21-CE73-B38A-6619-C0BFF96F1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4677F-EA6F-9E5D-7D52-3C38430B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97A8-D161-4EA1-97B9-9C1935F18305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83C20-F34E-CDDC-95FE-2BBF7F585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925B01-E801-568A-57DB-4512FFC3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03FD-D371-4CC1-BCB6-A1F06FA3AE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3117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D0BF1-834F-69B2-D203-7CDA7F240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C495C-C58B-E71E-F592-3F7F8E13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97A8-D161-4EA1-97B9-9C1935F18305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182F1-004B-2F30-E130-6F7DFAC55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8448F-45DB-894B-0521-FB6BD952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03FD-D371-4CC1-BCB6-A1F06FA3AE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898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EAA11-BBCC-F0EC-FB7C-37EBFE8B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97A8-D161-4EA1-97B9-9C1935F18305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12416-65B4-7F54-9CA4-C089E6754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21B84-B51E-E374-CB59-CF6EB3035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03FD-D371-4CC1-BCB6-A1F06FA3AE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0921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35EE5-8682-D024-F62D-84A6832EF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3352C-A899-2799-D1A0-BF409D962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7C261-11A4-58A7-A649-6FFA762D4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C2864-B4DF-F53B-5CCD-03B41EBF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97A8-D161-4EA1-97B9-9C1935F18305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CC3E5-51D8-0A38-22B3-8B5CEB9A2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5B546-9153-A064-FB7F-5BC0FC96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03FD-D371-4CC1-BCB6-A1F06FA3AE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8726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262A-0C49-4F50-5558-C1C3D180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6AC6A6-58A0-C2D0-CBA8-9D76A23AA6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5BC48-9176-9D83-F0BA-3AFFF8779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A1AAD-C835-6669-98B4-8DB44AA21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97A8-D161-4EA1-97B9-9C1935F18305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B82CA-C62F-2C64-CA80-088DA06B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37E91-2F09-1ECD-1975-0DC70692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03FD-D371-4CC1-BCB6-A1F06FA3AE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968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E124-68B2-CF96-9F05-5DE83A59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C0DF7-E704-9A09-F586-2FD988114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0D2E9-A5F7-7473-FBB2-8CD88AAB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97A8-D161-4EA1-97B9-9C1935F18305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971CD-1026-019D-6CAC-6A3196FE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93567-43B1-4E4A-753A-30AB767C7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03FD-D371-4CC1-BCB6-A1F06FA3AE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2944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2ADDE9-7441-6AD8-A601-8982603E6A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619DE-63FA-05CC-B198-2D884CE46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9D1D4-A99A-5318-1027-7986E010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97A8-D161-4EA1-97B9-9C1935F18305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A94CF-28BB-0A3E-34E8-E9070B805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443C2-93CA-D3E9-FBD8-EBBDA51A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03FD-D371-4CC1-BCB6-A1F06FA3AE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498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1E0B5F-51BF-03C6-C25C-D7F1C7E8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E1CC5-B7DA-1C37-BA18-D9B46D16D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57488-181D-3B00-9232-C068B7137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B97A8-D161-4EA1-97B9-9C1935F18305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D6DB6-59B9-690A-997B-7B3E74BB0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2C916-AFC0-8D62-C2BC-168BD8425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B03FD-D371-4CC1-BCB6-A1F06FA3AE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961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96C45FF-86DC-4EFA-5550-0A6208E64039}"/>
              </a:ext>
            </a:extLst>
          </p:cNvPr>
          <p:cNvGrpSpPr/>
          <p:nvPr/>
        </p:nvGrpSpPr>
        <p:grpSpPr>
          <a:xfrm>
            <a:off x="4105275" y="1381125"/>
            <a:ext cx="1990725" cy="1962150"/>
            <a:chOff x="4105275" y="1381125"/>
            <a:chExt cx="1990725" cy="196215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4034066-1239-A11F-2DBB-AE0221B9206B}"/>
                </a:ext>
              </a:extLst>
            </p:cNvPr>
            <p:cNvSpPr/>
            <p:nvPr/>
          </p:nvSpPr>
          <p:spPr>
            <a:xfrm>
              <a:off x="4105275" y="1381125"/>
              <a:ext cx="1990725" cy="1962150"/>
            </a:xfrm>
            <a:prstGeom prst="roundRect">
              <a:avLst>
                <a:gd name="adj" fmla="val 9428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38100">
              <a:solidFill>
                <a:srgbClr val="E7C57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5" name="Picture 4" descr="A silhouette of a person's head and a microscope&#10;&#10;Description automatically generated">
              <a:extLst>
                <a:ext uri="{FF2B5EF4-FFF2-40B4-BE49-F238E27FC236}">
                  <a16:creationId xmlns:a16="http://schemas.microsoft.com/office/drawing/2014/main" id="{E412D705-5D24-E8DA-0E27-6F89BAC4D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1012" y="1552575"/>
              <a:ext cx="1619250" cy="1619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0438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Imanuel Rava</dc:creator>
  <cp:lastModifiedBy>Imanuel Rava</cp:lastModifiedBy>
  <cp:revision>1</cp:revision>
  <dcterms:created xsi:type="dcterms:W3CDTF">2024-01-10T15:22:25Z</dcterms:created>
  <dcterms:modified xsi:type="dcterms:W3CDTF">2024-01-10T18:41:05Z</dcterms:modified>
</cp:coreProperties>
</file>